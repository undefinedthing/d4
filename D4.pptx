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8"/>
  </p:notesMasterIdLst>
  <p:sldIdLst>
    <p:sldId id="256" r:id="rId2"/>
    <p:sldId id="262" r:id="rId3"/>
    <p:sldId id="259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3C323-50EB-481E-A51F-4EFBE60C119B}" type="datetimeFigureOut">
              <a:rPr lang="fr-FR" smtClean="0"/>
              <a:t>29/05/2020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3BCD6-7454-4F74-8F09-9063C61F8D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4101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D4 : jeux d’</a:t>
            </a:r>
            <a:r>
              <a:rPr lang="fr-FR" dirty="0" err="1"/>
              <a:t>echec</a:t>
            </a:r>
            <a:r>
              <a:rPr lang="fr-FR" dirty="0"/>
              <a:t> en ligne contre un ami ou un autre joueur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3BCD6-7454-4F74-8F09-9063C61F8D7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259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D4 : jeux d’</a:t>
            </a:r>
            <a:r>
              <a:rPr lang="fr-FR" dirty="0" err="1"/>
              <a:t>echec</a:t>
            </a:r>
            <a:r>
              <a:rPr lang="fr-FR" dirty="0"/>
              <a:t> en ligne contre un ami ou un autre joueur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3BCD6-7454-4F74-8F09-9063C61F8D7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1392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Tkinter</a:t>
            </a:r>
            <a:r>
              <a:rPr lang="fr-FR" dirty="0"/>
              <a:t> pour la partie graphique</a:t>
            </a:r>
          </a:p>
          <a:p>
            <a:r>
              <a:rPr lang="fr-FR" dirty="0"/>
              <a:t>Réseaux connexion </a:t>
            </a:r>
            <a:r>
              <a:rPr lang="fr-FR" dirty="0" err="1"/>
              <a:t>etc</a:t>
            </a:r>
            <a:r>
              <a:rPr lang="fr-FR" dirty="0"/>
              <a:t> Socket avec Pickle pour le traitement de données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3BCD6-7454-4F74-8F09-9063C61F8D7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416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3BCD6-7454-4F74-8F09-9063C61F8D7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9008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Créaion</a:t>
            </a:r>
            <a:r>
              <a:rPr lang="fr-FR" dirty="0"/>
              <a:t> et utilisation de la base de données avec python (pas forcement adapté)</a:t>
            </a:r>
          </a:p>
          <a:p>
            <a:r>
              <a:rPr lang="fr-FR" dirty="0"/>
              <a:t>Message client/serveur un peu compliquer</a:t>
            </a:r>
          </a:p>
          <a:p>
            <a:r>
              <a:rPr lang="fr-FR" dirty="0" err="1"/>
              <a:t>Tkinter</a:t>
            </a:r>
            <a:endParaRPr lang="fr-FR" dirty="0"/>
          </a:p>
          <a:p>
            <a:pPr algn="l" fontAlgn="base"/>
            <a:r>
              <a:rPr lang="fr-FR" b="0" i="0" dirty="0">
                <a:solidFill>
                  <a:srgbClr val="000000"/>
                </a:solidFill>
                <a:effectLst/>
                <a:latin typeface="inherit"/>
              </a:rPr>
              <a:t>communication parce qu’on s’est retrouvé a finir le code hier soir pour aucune raison</a:t>
            </a:r>
          </a:p>
          <a:p>
            <a:pPr algn="l" fontAlgn="base"/>
            <a:r>
              <a:rPr lang="fr-FR" b="0" i="0" dirty="0">
                <a:solidFill>
                  <a:srgbClr val="000000"/>
                </a:solidFill>
                <a:effectLst/>
                <a:latin typeface="inherit"/>
              </a:rPr>
              <a:t>[08:02]et organisation du code entre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inherit"/>
              </a:rPr>
              <a:t>théo</a:t>
            </a:r>
            <a:r>
              <a:rPr lang="fr-FR" b="0" i="0" dirty="0">
                <a:solidFill>
                  <a:srgbClr val="000000"/>
                </a:solidFill>
                <a:effectLst/>
                <a:latin typeface="inherit"/>
              </a:rPr>
              <a:t> et moi parce qu'on a du géré des erreurs de 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inherit"/>
              </a:rPr>
              <a:t>tkinter</a:t>
            </a:r>
            <a:r>
              <a:rPr lang="fr-FR" b="0" i="0" dirty="0">
                <a:solidFill>
                  <a:srgbClr val="000000"/>
                </a:solidFill>
                <a:effectLst/>
                <a:latin typeface="inherit"/>
              </a:rPr>
              <a:t> derrière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3BCD6-7454-4F74-8F09-9063C61F8D7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15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3BCD6-7454-4F74-8F09-9063C61F8D7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935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5/29/2020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125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936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5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85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97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67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3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5/29/2020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526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16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26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11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5/29/2020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26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age 14" descr="Une image contenant objet, table, assis, homme&#10;&#10;Description générée automatiquement">
            <a:extLst>
              <a:ext uri="{FF2B5EF4-FFF2-40B4-BE49-F238E27FC236}">
                <a16:creationId xmlns:a16="http://schemas.microsoft.com/office/drawing/2014/main" id="{592DC9C5-9823-4805-9E83-5967275D83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" r="27665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245480E-493B-4D06-8206-39FC936E9B24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cap="all" spc="-100" dirty="0">
                <a:latin typeface="+mj-lt"/>
                <a:ea typeface="+mj-ea"/>
                <a:cs typeface="+mj-cs"/>
              </a:rPr>
              <a:t>D4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9E24D44-BC28-4CB1-B592-A9A572801031}"/>
              </a:ext>
            </a:extLst>
          </p:cNvPr>
          <p:cNvSpPr txBox="1"/>
          <p:nvPr/>
        </p:nvSpPr>
        <p:spPr>
          <a:xfrm>
            <a:off x="423719" y="4579384"/>
            <a:ext cx="4023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PETIT – VICENTE - SALMI</a:t>
            </a:r>
          </a:p>
        </p:txBody>
      </p:sp>
    </p:spTree>
    <p:extLst>
      <p:ext uri="{BB962C8B-B14F-4D97-AF65-F5344CB8AC3E}">
        <p14:creationId xmlns:p14="http://schemas.microsoft.com/office/powerpoint/2010/main" val="427656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245480E-493B-4D06-8206-39FC936E9B24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cap="all" spc="-100" dirty="0">
                <a:latin typeface="+mj-lt"/>
                <a:ea typeface="+mj-ea"/>
                <a:cs typeface="+mj-cs"/>
              </a:rPr>
              <a:t>Taches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9E24D44-BC28-4CB1-B592-A9A572801031}"/>
              </a:ext>
            </a:extLst>
          </p:cNvPr>
          <p:cNvSpPr txBox="1"/>
          <p:nvPr/>
        </p:nvSpPr>
        <p:spPr>
          <a:xfrm>
            <a:off x="423719" y="4579384"/>
            <a:ext cx="4023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PETIT – VICENTE - SALMI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7FDA46BB-F194-4DB1-83D0-92CD41022809}"/>
              </a:ext>
            </a:extLst>
          </p:cNvPr>
          <p:cNvCxnSpPr>
            <a:cxnSpLocks/>
          </p:cNvCxnSpPr>
          <p:nvPr/>
        </p:nvCxnSpPr>
        <p:spPr>
          <a:xfrm>
            <a:off x="8562975" y="476250"/>
            <a:ext cx="0" cy="242887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B0061028-8D7D-4FD9-AC88-FEB5FC7DE908}"/>
              </a:ext>
            </a:extLst>
          </p:cNvPr>
          <p:cNvSpPr txBox="1"/>
          <p:nvPr/>
        </p:nvSpPr>
        <p:spPr>
          <a:xfrm>
            <a:off x="5876933" y="771988"/>
            <a:ext cx="26860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500" dirty="0"/>
              <a:t>Jeu d’ échec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10078C8-040D-4A08-8265-4F6E1644A872}"/>
              </a:ext>
            </a:extLst>
          </p:cNvPr>
          <p:cNvSpPr txBox="1"/>
          <p:nvPr/>
        </p:nvSpPr>
        <p:spPr>
          <a:xfrm>
            <a:off x="8595546" y="813985"/>
            <a:ext cx="26860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500" dirty="0"/>
              <a:t>Réseaux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D1DDD03-A6CA-479D-AB0D-088506EBBEBF}"/>
              </a:ext>
            </a:extLst>
          </p:cNvPr>
          <p:cNvSpPr txBox="1"/>
          <p:nvPr/>
        </p:nvSpPr>
        <p:spPr>
          <a:xfrm>
            <a:off x="6204772" y="1312317"/>
            <a:ext cx="2215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Pierre SALMI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E05E357-BD7C-4E31-94B9-89F2068AF50C}"/>
              </a:ext>
            </a:extLst>
          </p:cNvPr>
          <p:cNvSpPr txBox="1"/>
          <p:nvPr/>
        </p:nvSpPr>
        <p:spPr>
          <a:xfrm>
            <a:off x="9038850" y="1498541"/>
            <a:ext cx="281109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Serveur</a:t>
            </a:r>
          </a:p>
          <a:p>
            <a:r>
              <a:rPr lang="fr-FR" dirty="0"/>
              <a:t>Martin PETIT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CF79469-B077-4B3B-955A-6558D6C674FB}"/>
              </a:ext>
            </a:extLst>
          </p:cNvPr>
          <p:cNvCxnSpPr/>
          <p:nvPr/>
        </p:nvCxnSpPr>
        <p:spPr>
          <a:xfrm>
            <a:off x="6246277" y="1226818"/>
            <a:ext cx="19473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DDD01AA0-30E7-4615-9EB8-80CB68DD7584}"/>
              </a:ext>
            </a:extLst>
          </p:cNvPr>
          <p:cNvCxnSpPr/>
          <p:nvPr/>
        </p:nvCxnSpPr>
        <p:spPr>
          <a:xfrm>
            <a:off x="8964890" y="1249042"/>
            <a:ext cx="19473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E6770555-3A3A-4ACF-90DB-DFDC1EFCE59D}"/>
              </a:ext>
            </a:extLst>
          </p:cNvPr>
          <p:cNvSpPr txBox="1"/>
          <p:nvPr/>
        </p:nvSpPr>
        <p:spPr>
          <a:xfrm>
            <a:off x="9022030" y="2228017"/>
            <a:ext cx="281109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Client</a:t>
            </a:r>
          </a:p>
          <a:p>
            <a:r>
              <a:rPr lang="fr-FR" dirty="0"/>
              <a:t>Théo VICENTE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3325C90-27AC-433E-8C2C-E9502A52CEA9}"/>
              </a:ext>
            </a:extLst>
          </p:cNvPr>
          <p:cNvCxnSpPr/>
          <p:nvPr/>
        </p:nvCxnSpPr>
        <p:spPr>
          <a:xfrm>
            <a:off x="8705850" y="1837095"/>
            <a:ext cx="25904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3B1DED55-E5E3-4E54-8691-EE1BDA6197D1}"/>
              </a:ext>
            </a:extLst>
          </p:cNvPr>
          <p:cNvCxnSpPr/>
          <p:nvPr/>
        </p:nvCxnSpPr>
        <p:spPr>
          <a:xfrm>
            <a:off x="8762990" y="2574866"/>
            <a:ext cx="25904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6A1EED0-E8C7-4B0D-A4AF-814B5360029D}"/>
              </a:ext>
            </a:extLst>
          </p:cNvPr>
          <p:cNvSpPr txBox="1"/>
          <p:nvPr/>
        </p:nvSpPr>
        <p:spPr>
          <a:xfrm>
            <a:off x="477980" y="275308"/>
            <a:ext cx="707137" cy="369332"/>
          </a:xfrm>
          <a:prstGeom prst="rect">
            <a:avLst/>
          </a:prstGeom>
          <a:noFill/>
          <a:ln w="19050">
            <a:solidFill>
              <a:srgbClr val="F5A7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55564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245480E-493B-4D06-8206-39FC936E9B24}"/>
              </a:ext>
            </a:extLst>
          </p:cNvPr>
          <p:cNvSpPr txBox="1"/>
          <p:nvPr/>
        </p:nvSpPr>
        <p:spPr>
          <a:xfrm>
            <a:off x="477980" y="1122363"/>
            <a:ext cx="4857499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cap="all" spc="-100" dirty="0">
                <a:latin typeface="+mj-lt"/>
                <a:ea typeface="+mj-ea"/>
                <a:cs typeface="+mj-cs"/>
              </a:rPr>
              <a:t>Technologies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 descr="Une image contenant signe, dessin&#10;&#10;Description générée automatiquement">
            <a:extLst>
              <a:ext uri="{FF2B5EF4-FFF2-40B4-BE49-F238E27FC236}">
                <a16:creationId xmlns:a16="http://schemas.microsoft.com/office/drawing/2014/main" id="{FB770094-90C2-45FF-9B47-4C8E5C782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139" y="1029811"/>
            <a:ext cx="3599161" cy="1799580"/>
          </a:xfrm>
          <a:prstGeom prst="rect">
            <a:avLst/>
          </a:prstGeom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30C302AE-228C-46BB-8F89-2F0E2BBDE69F}"/>
              </a:ext>
            </a:extLst>
          </p:cNvPr>
          <p:cNvCxnSpPr>
            <a:stCxn id="4" idx="2"/>
          </p:cNvCxnSpPr>
          <p:nvPr/>
        </p:nvCxnSpPr>
        <p:spPr>
          <a:xfrm flipH="1">
            <a:off x="9174719" y="2829391"/>
            <a:ext cx="1" cy="45534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7A51096-7204-4FDB-AB59-38B80F03C702}"/>
              </a:ext>
            </a:extLst>
          </p:cNvPr>
          <p:cNvCxnSpPr>
            <a:cxnSpLocks/>
          </p:cNvCxnSpPr>
          <p:nvPr/>
        </p:nvCxnSpPr>
        <p:spPr>
          <a:xfrm flipH="1">
            <a:off x="8114190" y="3275860"/>
            <a:ext cx="106053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3185783-F87F-48EB-BC3C-1CD8CC98AEAD}"/>
              </a:ext>
            </a:extLst>
          </p:cNvPr>
          <p:cNvCxnSpPr>
            <a:cxnSpLocks/>
          </p:cNvCxnSpPr>
          <p:nvPr/>
        </p:nvCxnSpPr>
        <p:spPr>
          <a:xfrm flipH="1">
            <a:off x="8114190" y="3275860"/>
            <a:ext cx="2" cy="71021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828387EC-A439-407F-8469-E9B7BA22D9DB}"/>
              </a:ext>
            </a:extLst>
          </p:cNvPr>
          <p:cNvSpPr txBox="1"/>
          <p:nvPr/>
        </p:nvSpPr>
        <p:spPr>
          <a:xfrm>
            <a:off x="7417294" y="4088154"/>
            <a:ext cx="1393792" cy="477054"/>
          </a:xfrm>
          <a:prstGeom prst="rect">
            <a:avLst/>
          </a:prstGeom>
          <a:noFill/>
          <a:ln w="38100">
            <a:solidFill>
              <a:srgbClr val="F5A7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500" dirty="0" err="1"/>
              <a:t>Tkinter</a:t>
            </a:r>
            <a:endParaRPr lang="fr-FR" sz="2500" dirty="0"/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C7836B18-3858-46CA-B680-A114CCD31F8D}"/>
              </a:ext>
            </a:extLst>
          </p:cNvPr>
          <p:cNvCxnSpPr>
            <a:cxnSpLocks/>
          </p:cNvCxnSpPr>
          <p:nvPr/>
        </p:nvCxnSpPr>
        <p:spPr>
          <a:xfrm flipH="1">
            <a:off x="9174719" y="3277340"/>
            <a:ext cx="106053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B9B984A4-1A74-42B4-9828-37B9A22448DB}"/>
              </a:ext>
            </a:extLst>
          </p:cNvPr>
          <p:cNvCxnSpPr>
            <a:cxnSpLocks/>
          </p:cNvCxnSpPr>
          <p:nvPr/>
        </p:nvCxnSpPr>
        <p:spPr>
          <a:xfrm>
            <a:off x="10228066" y="3273634"/>
            <a:ext cx="0" cy="127328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423F67F8-CE9D-4BB9-8AC6-F5DC35DA4B8F}"/>
              </a:ext>
            </a:extLst>
          </p:cNvPr>
          <p:cNvCxnSpPr>
            <a:cxnSpLocks/>
          </p:cNvCxnSpPr>
          <p:nvPr/>
        </p:nvCxnSpPr>
        <p:spPr>
          <a:xfrm flipH="1">
            <a:off x="9579006" y="4532124"/>
            <a:ext cx="65624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56E1E5D8-CD32-49F3-B6AA-B13B4933B473}"/>
              </a:ext>
            </a:extLst>
          </p:cNvPr>
          <p:cNvCxnSpPr>
            <a:cxnSpLocks/>
          </p:cNvCxnSpPr>
          <p:nvPr/>
        </p:nvCxnSpPr>
        <p:spPr>
          <a:xfrm flipH="1">
            <a:off x="10228066" y="4532124"/>
            <a:ext cx="65624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682030F3-E733-429E-BB80-47ED0A3E9D3C}"/>
              </a:ext>
            </a:extLst>
          </p:cNvPr>
          <p:cNvCxnSpPr/>
          <p:nvPr/>
        </p:nvCxnSpPr>
        <p:spPr>
          <a:xfrm flipH="1">
            <a:off x="9580465" y="4517329"/>
            <a:ext cx="1" cy="45534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F485B2F4-7377-458E-84E4-1AE237E5BF6E}"/>
              </a:ext>
            </a:extLst>
          </p:cNvPr>
          <p:cNvCxnSpPr/>
          <p:nvPr/>
        </p:nvCxnSpPr>
        <p:spPr>
          <a:xfrm flipH="1">
            <a:off x="10872798" y="4508078"/>
            <a:ext cx="1" cy="45534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F618EDBD-3626-47F5-A6D4-F7BD9DB2E0D9}"/>
              </a:ext>
            </a:extLst>
          </p:cNvPr>
          <p:cNvSpPr txBox="1"/>
          <p:nvPr/>
        </p:nvSpPr>
        <p:spPr>
          <a:xfrm>
            <a:off x="8915401" y="5017153"/>
            <a:ext cx="1327210" cy="477054"/>
          </a:xfrm>
          <a:prstGeom prst="rect">
            <a:avLst/>
          </a:prstGeom>
          <a:noFill/>
          <a:ln w="38100">
            <a:solidFill>
              <a:srgbClr val="F5A7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500" dirty="0"/>
              <a:t>Socket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8CF8B48E-29AA-4B6D-B36A-28621B499DD1}"/>
              </a:ext>
            </a:extLst>
          </p:cNvPr>
          <p:cNvSpPr txBox="1"/>
          <p:nvPr/>
        </p:nvSpPr>
        <p:spPr>
          <a:xfrm>
            <a:off x="10337838" y="5017153"/>
            <a:ext cx="1092941" cy="477054"/>
          </a:xfrm>
          <a:prstGeom prst="rect">
            <a:avLst/>
          </a:prstGeom>
          <a:noFill/>
          <a:ln w="38100">
            <a:solidFill>
              <a:srgbClr val="F5A7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500" dirty="0"/>
              <a:t>Pickle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89DC22C-60F2-47E2-A547-A9EE15001FE2}"/>
              </a:ext>
            </a:extLst>
          </p:cNvPr>
          <p:cNvSpPr txBox="1"/>
          <p:nvPr/>
        </p:nvSpPr>
        <p:spPr>
          <a:xfrm>
            <a:off x="477980" y="275308"/>
            <a:ext cx="707137" cy="369332"/>
          </a:xfrm>
          <a:prstGeom prst="rect">
            <a:avLst/>
          </a:prstGeom>
          <a:noFill/>
          <a:ln w="19050">
            <a:solidFill>
              <a:srgbClr val="F5A7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0623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245480E-493B-4D06-8206-39FC936E9B24}"/>
              </a:ext>
            </a:extLst>
          </p:cNvPr>
          <p:cNvSpPr txBox="1"/>
          <p:nvPr/>
        </p:nvSpPr>
        <p:spPr>
          <a:xfrm>
            <a:off x="477980" y="1122363"/>
            <a:ext cx="4857499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cap="all" spc="-100" dirty="0">
                <a:latin typeface="+mj-lt"/>
                <a:ea typeface="+mj-ea"/>
                <a:cs typeface="+mj-cs"/>
              </a:rPr>
              <a:t>MCD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89DC22C-60F2-47E2-A547-A9EE15001FE2}"/>
              </a:ext>
            </a:extLst>
          </p:cNvPr>
          <p:cNvSpPr txBox="1"/>
          <p:nvPr/>
        </p:nvSpPr>
        <p:spPr>
          <a:xfrm>
            <a:off x="477980" y="275308"/>
            <a:ext cx="707137" cy="369332"/>
          </a:xfrm>
          <a:prstGeom prst="rect">
            <a:avLst/>
          </a:prstGeom>
          <a:noFill/>
          <a:ln w="19050">
            <a:solidFill>
              <a:srgbClr val="F5A7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DC2606-E925-4BD5-AE2C-92AC7980D9A6}"/>
              </a:ext>
            </a:extLst>
          </p:cNvPr>
          <p:cNvSpPr/>
          <p:nvPr/>
        </p:nvSpPr>
        <p:spPr>
          <a:xfrm>
            <a:off x="7953375" y="1863928"/>
            <a:ext cx="2581275" cy="3204134"/>
          </a:xfrm>
          <a:prstGeom prst="rect">
            <a:avLst/>
          </a:prstGeom>
          <a:noFill/>
          <a:ln w="28575">
            <a:solidFill>
              <a:srgbClr val="F5A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60434F9-3D42-4956-942E-4D623DA8AC8E}"/>
              </a:ext>
            </a:extLst>
          </p:cNvPr>
          <p:cNvSpPr txBox="1"/>
          <p:nvPr/>
        </p:nvSpPr>
        <p:spPr>
          <a:xfrm>
            <a:off x="7953375" y="1882978"/>
            <a:ext cx="258127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500" dirty="0"/>
              <a:t>User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8C39244-4CA0-4BE4-84E2-059A31A36B7C}"/>
              </a:ext>
            </a:extLst>
          </p:cNvPr>
          <p:cNvCxnSpPr/>
          <p:nvPr/>
        </p:nvCxnSpPr>
        <p:spPr>
          <a:xfrm>
            <a:off x="7953375" y="2438400"/>
            <a:ext cx="258127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72B0C9F4-6995-418F-B6C8-19294955FE22}"/>
              </a:ext>
            </a:extLst>
          </p:cNvPr>
          <p:cNvSpPr txBox="1"/>
          <p:nvPr/>
        </p:nvSpPr>
        <p:spPr>
          <a:xfrm>
            <a:off x="7953375" y="2600325"/>
            <a:ext cx="25812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err="1"/>
              <a:t>UserId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Username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Password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Mail</a:t>
            </a:r>
          </a:p>
          <a:p>
            <a:pPr marL="285750" indent="-285750">
              <a:buFontTx/>
              <a:buChar char="-"/>
            </a:pPr>
            <a:r>
              <a:rPr lang="fr-FR" dirty="0"/>
              <a:t>Win</a:t>
            </a:r>
          </a:p>
          <a:p>
            <a:pPr marL="285750" indent="-285750">
              <a:buFontTx/>
              <a:buChar char="-"/>
            </a:pPr>
            <a:r>
              <a:rPr lang="fr-FR" dirty="0"/>
              <a:t>Loose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Draws</a:t>
            </a: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299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245480E-493B-4D06-8206-39FC936E9B24}"/>
              </a:ext>
            </a:extLst>
          </p:cNvPr>
          <p:cNvSpPr txBox="1"/>
          <p:nvPr/>
        </p:nvSpPr>
        <p:spPr>
          <a:xfrm>
            <a:off x="477980" y="1122363"/>
            <a:ext cx="4857499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cap="all" spc="-100" dirty="0" err="1">
                <a:latin typeface="+mj-lt"/>
                <a:ea typeface="+mj-ea"/>
                <a:cs typeface="+mj-cs"/>
              </a:rPr>
              <a:t>Problèmes</a:t>
            </a:r>
            <a:endParaRPr lang="en-US" sz="4500" cap="all" spc="-100" dirty="0">
              <a:latin typeface="+mj-lt"/>
              <a:ea typeface="+mj-ea"/>
              <a:cs typeface="+mj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89DC22C-60F2-47E2-A547-A9EE15001FE2}"/>
              </a:ext>
            </a:extLst>
          </p:cNvPr>
          <p:cNvSpPr txBox="1"/>
          <p:nvPr/>
        </p:nvSpPr>
        <p:spPr>
          <a:xfrm>
            <a:off x="477980" y="275308"/>
            <a:ext cx="707137" cy="369332"/>
          </a:xfrm>
          <a:prstGeom prst="rect">
            <a:avLst/>
          </a:prstGeom>
          <a:noFill/>
          <a:ln w="19050">
            <a:solidFill>
              <a:srgbClr val="F5A7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DAA109A-DABA-48DC-9D21-FC1B558E9520}"/>
              </a:ext>
            </a:extLst>
          </p:cNvPr>
          <p:cNvSpPr txBox="1"/>
          <p:nvPr/>
        </p:nvSpPr>
        <p:spPr>
          <a:xfrm>
            <a:off x="6781800" y="1562563"/>
            <a:ext cx="467677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dirty="0"/>
              <a:t>Base de données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9629FAE-F881-4CF0-B0AC-D9473024214B}"/>
              </a:ext>
            </a:extLst>
          </p:cNvPr>
          <p:cNvSpPr txBox="1"/>
          <p:nvPr/>
        </p:nvSpPr>
        <p:spPr>
          <a:xfrm>
            <a:off x="6781800" y="2182723"/>
            <a:ext cx="467677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dirty="0"/>
              <a:t>Message client/serveur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F06D603-3BD3-4183-B322-1D0AFD5D3A75}"/>
              </a:ext>
            </a:extLst>
          </p:cNvPr>
          <p:cNvSpPr txBox="1"/>
          <p:nvPr/>
        </p:nvSpPr>
        <p:spPr>
          <a:xfrm>
            <a:off x="6781799" y="2802883"/>
            <a:ext cx="467677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dirty="0" err="1"/>
              <a:t>Tkinter</a:t>
            </a:r>
            <a:endParaRPr lang="fr-FR" sz="2500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3C90C2E7-9A63-4C83-B0FE-F7D20F7F97EB}"/>
              </a:ext>
            </a:extLst>
          </p:cNvPr>
          <p:cNvCxnSpPr/>
          <p:nvPr/>
        </p:nvCxnSpPr>
        <p:spPr>
          <a:xfrm>
            <a:off x="6391275" y="1811480"/>
            <a:ext cx="2857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C4CA267-9D44-422B-8D9F-930BF8AF26EB}"/>
              </a:ext>
            </a:extLst>
          </p:cNvPr>
          <p:cNvCxnSpPr/>
          <p:nvPr/>
        </p:nvCxnSpPr>
        <p:spPr>
          <a:xfrm>
            <a:off x="6391275" y="2431518"/>
            <a:ext cx="2857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CDBFB98-50D1-428B-B1C7-869D87FD60E9}"/>
              </a:ext>
            </a:extLst>
          </p:cNvPr>
          <p:cNvCxnSpPr/>
          <p:nvPr/>
        </p:nvCxnSpPr>
        <p:spPr>
          <a:xfrm>
            <a:off x="6391275" y="3041410"/>
            <a:ext cx="28575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529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245480E-493B-4D06-8206-39FC936E9B24}"/>
              </a:ext>
            </a:extLst>
          </p:cNvPr>
          <p:cNvSpPr txBox="1"/>
          <p:nvPr/>
        </p:nvSpPr>
        <p:spPr>
          <a:xfrm>
            <a:off x="477980" y="1122363"/>
            <a:ext cx="504652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cap="all" spc="-100" dirty="0" err="1">
                <a:latin typeface="+mj-lt"/>
                <a:ea typeface="+mj-ea"/>
                <a:cs typeface="+mj-cs"/>
              </a:rPr>
              <a:t>Démonstration</a:t>
            </a:r>
            <a:endParaRPr lang="en-US" sz="4000" cap="all" spc="-100" dirty="0">
              <a:latin typeface="+mj-lt"/>
              <a:ea typeface="+mj-ea"/>
              <a:cs typeface="+mj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89DC22C-60F2-47E2-A547-A9EE15001FE2}"/>
              </a:ext>
            </a:extLst>
          </p:cNvPr>
          <p:cNvSpPr txBox="1"/>
          <p:nvPr/>
        </p:nvSpPr>
        <p:spPr>
          <a:xfrm>
            <a:off x="477980" y="275308"/>
            <a:ext cx="707137" cy="369332"/>
          </a:xfrm>
          <a:prstGeom prst="rect">
            <a:avLst/>
          </a:prstGeom>
          <a:noFill/>
          <a:ln w="19050">
            <a:solidFill>
              <a:srgbClr val="F5A7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76168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159</Words>
  <Application>Microsoft Office PowerPoint</Application>
  <PresentationFormat>Grand écran</PresentationFormat>
  <Paragraphs>49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Avenir Next LT Pro</vt:lpstr>
      <vt:lpstr>Calibri</vt:lpstr>
      <vt:lpstr>inherit</vt:lpstr>
      <vt:lpstr>AccentBoxVTI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SALMI Pierre</dc:creator>
  <cp:lastModifiedBy>SALMI Pierre</cp:lastModifiedBy>
  <cp:revision>34</cp:revision>
  <dcterms:created xsi:type="dcterms:W3CDTF">2020-05-29T05:21:13Z</dcterms:created>
  <dcterms:modified xsi:type="dcterms:W3CDTF">2020-05-29T06:17:09Z</dcterms:modified>
</cp:coreProperties>
</file>